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20" y="2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503437" y="716334"/>
            <a:ext cx="11185126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[Insert PS ID from SIH portal]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Eco-Loop Building Agents: Autonomous Closed-Loop Building Energy &amp; Comfort Optimization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[Insert theme from SIH portal, e.g. Clean &amp; Green Technology]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Name- S Sankarsha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505396"/>
            <a:ext cx="12191998" cy="3847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</a:p>
          <a:p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Closed loop, every 5 min: EnergyPlus-style simulator → live telemetry → open-source LLM agent (via MCP) → setpoint control → back into the simulator.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No hard-coded schedules — the agent reasons over temperature, PMV comfort, and grid-carbon intensity, then calls an MCP tool to push new HVAC setpoints in real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Addresses rigid rule-based BMS that can't adapt to weather/occupancy/grid swings — verified 37.78% energy + 44.54% carbon savings (standard weather, 0 comfort violations) and 30.02% savings with 85→0 violations in a heatwave stress-test.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Unique: LLM tool-calling over standardized MCP protocol, not fixed rules, with a deterministic rule-based fallback so the loop never crashes if the LLM goes offline.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55600" y="16331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20" name="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00" y="1487458"/>
            <a:ext cx="5486400" cy="1108908"/>
          </a:xfrm>
          <a:prstGeom prst="rect">
            <a:avLst/>
          </a:prstGeom>
        </p:spPr>
      </p:pic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3022542"/>
            <a:ext cx="119761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Technologies: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Python; EnergyPlus simulation bridged via eppy / pyenergyplus; open-source LLM (Llama 3 / Mistral / Qwen) served locally through Ollama; Model Context Protocol (FastMCP) for tool-calling; Streamlit dashboard; pandas/NumPy for telemetry &amp; comfort (PMV)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Methodology: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at every 5-min timestep the simulator writes telemetry to a JSON state file; MCP exposes get_zone_telemetry, set_zone_setpoint and read_simulation_log; the LLM reasons against comfort/carbon rules and calls the tool; a deterministic rule-based controller is the tested fallback whenever the LLM is unreachable.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Feasible today: the closed loop already runs end-to-end in simulation with a working PoC — LLM reasoning, MCP tool-calls, and telemetry-driven control are all functional, not conceptual.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Risks: real EnergyPlus/eppy integration is heavier than the current simplified thermodynamic model; local LLM tool-calling can be unreliable or slow; multi-zone buildings add control complexity; wrong setpoints could threaten equipment or comfort.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Mitigations: hard safety bounds (16–28°C) on every setpoint the LLM can request; a tested deterministic rule-based fallback whenever the LLM is unreachable; comfort constraints enforced before any energy/carbon optimization; phased rollout starting single-zone before multi-zone.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50000"/>
            <a:ext cx="5100000" cy="41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Relevant artifacts: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Full source code — energyplus_wrapper.py, llm_agent.py, mcp_server.py, main.py, plus test suite (repo link on References slide)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Streamlit dashboard comparing baseline vs. AI-driven runs, backed by real logged CSVs (simulation_results.csv, simulation_results_heatwave.csv)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baseline.idf building model, with runtime-modified versions saved per run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Chart on the right is generated directly from our actual heatwave stress-test run</a:t>
            </a:r>
          </a:p>
        </p:txBody>
      </p:sp>
      <p:pic>
        <p:nvPicPr>
          <p:cNvPr id="21" name="Results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000" y="2150000"/>
            <a:ext cx="5610000" cy="21410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2" name="ChartCaption"/>
          <p:cNvSpPr txBox="1"/>
          <p:nvPr/>
        </p:nvSpPr>
        <p:spPr>
          <a:xfrm>
            <a:off x="5950000" y="4370000"/>
            <a:ext cx="5610000" cy="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Heatwave stress-test: AI closed-loop cuts energy use ~30% and holds PMV inside the comfort band the entire day, while the static baseline drifts outside it for 85 occupied timesteps.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89000" y="1600200"/>
            <a:ext cx="9520600" cy="454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EnergyPlus — U.S. DOE building energy simulation engine: energyplus.net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eppy — Python scripting API for EnergyPlus IDF files: github.com/santoshphilip/eppy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Model Context Protocol (MCP) specification — Anthropic: modelcontextprotocol.io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Ollama — local runtime for open-source LLMs (Llama 3, Mistral, Qwen): ollama.com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ASHRAE 55 — Thermal Environmental Conditions for Human Occupancy (PMV comfort index basis): ashrae.org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Project repository (source code, data, dashboard): [Insert your GitHub repo link]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7750</TotalTime>
  <Words>709</Words>
  <Application>Microsoft Office PowerPoint</Application>
  <PresentationFormat>Widescreen</PresentationFormat>
  <Paragraphs>55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Sankarsh Sreekakulam</cp:lastModifiedBy>
  <cp:revision>154</cp:revision>
  <dcterms:created xsi:type="dcterms:W3CDTF">2013-12-12T18:46:50Z</dcterms:created>
  <dcterms:modified xsi:type="dcterms:W3CDTF">2026-07-25T18:15:22Z</dcterms:modified>
  <cp:category/>
</cp:coreProperties>
</file>